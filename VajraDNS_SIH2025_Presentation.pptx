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0E7490"/>
                </a:solidFill>
              </a:defRPr>
            </a:pPr>
            <a:r>
              <a:t>SMART INDIA HACKATHON 2025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Idea Title: VajraDNS: Autonomous Sovereign AI Threat Defense &amp; Zero-Trust DNS Gateway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Problem Statement ID: SIH1524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Problem Statement Title: Domain Name Server (DNS) Filtering Service using Threat Intelligence feeds and AI/ML Techniques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Theme: Space Technology (ISRO / Department of Space)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PS Category: Software (100% Pure Software, Zero Hardware)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Team Name: [Your Registered Team Name]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Team ID: [Your Registered Team ID]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 b="1">
                <a:solidFill>
                  <a:srgbClr val="0E7490"/>
                </a:solidFill>
              </a:defRPr>
            </a:pPr>
            <a:r>
              <a:t>SMART INDIA HACKATHON 2025</a:t>
            </a:r>
            <a:endParaRPr lang="en-US" dirty="0"/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Idea Title: VajraDNS: Autonomous Sovereign AI Threat Defense &amp; Zero-Trust DNS Gateway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Problem Statement ID: SIH1524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Problem Statement Title: Domain Name Server (DNS) Filtering Service using Threat Intelligence feeds and AI/ML Techniques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Theme: Space Technology (ISRO / Department of Space)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PS Category: Software (100% Pure Software, Zero Hardware)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Team Name: [Your Registered Team Name]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Team ID: [Your Registered Team ID]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b="1" sz="1800">
                <a:solidFill>
                  <a:srgbClr val="0E7490"/>
                </a:solidFill>
              </a:defRPr>
            </a:pPr>
            <a:r>
              <a:t>PROPOSED SOLUTION &amp; INNOVATION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Sovereign Multi-Protocol Defense Gateway: Ultra-low latency (&lt;20ms) autonomous DNS firewall protecting space ground stations (ISTRAC/URSC) and defense subnets against zero-day cyber threats.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4-Tier Zero-Trust Early-Exit Pipeline: Evaluates Do53 (UDP 53), DoH (RFC 8484), and DoT (RFC 7858) traffic through Cache, Bloom Filter, AI DGA Classifier, and Tunneling Shield.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AI/ML Zero-Day DGA Botnet Neutralization: 15-dimensional LightGBM model detects algorithmic malware (Conficker, Locky, GameOver Zeus) in 1.08ms with 99.17% Test Accuracy.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4. Shannon Entropy Tunneling Shield: Computes real-time information entropy H(X) &gt;= 3.4 to block covert data exfiltration (Iodine, DNScat2, Cobalt Strike) over Port 53.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5. High-Speed STIX/TAXII Threat Feed Ingestion: 10M-bit in-memory Bloom Filter (k=7 hashes) checks 1,000,000+ indicators in 0.02ms with zero false negatives.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6. Explainable AI (XAI) &amp; Passive Forensics: Generates transparent linguistic feature attributions and parses offline PCAP/Zeek dumps to isolate compromised internal hosts in 1 click.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b="1" sz="1800">
                <a:solidFill>
                  <a:srgbClr val="0E7490"/>
                </a:solidFill>
              </a:defRPr>
            </a:pPr>
            <a:r>
              <a:t>TECHNICAL APPROACH &amp; SYSTEM ARCHITECTURE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Tech Stack: Python 3.12, asyncio non-blocking resolver, FastAPI, LightGBM/ONNX Runtime, React 18, Vite 5, Tailwind CSS, WebSockets streaming telemetry.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Tier 1: In-Memory LRU Cache &amp; Whitelist -&gt; Pre-seeded sovereign mappings (isro.gov.in, drdo.gov.in, nic.in), O(1) retrieval (&lt;0.1ms).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Tier 2: STIX 2.1 / TAXII 2.1 Threat Intel -&gt; Continuous ingestion into 10M-bit Bloom filter array (0.02ms lookup, p &lt; 0.001 false-positive bound).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Tier 3: AI DGA Botnet Classifier -&gt; 15-feature extractor (entropy, bigram divergence, Kolmogorov complexity, vowel ratios) -&gt; 1.08ms inference.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Tier 4: Statistical Shannon Entropy Shield -&gt; Detects high-entropy Base64/Hex exfiltration chunks &amp; 30s query bursts.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Clean Upstream Forwarding: Zero-leakage multi-pool asynchronous recursive resolution to root/quad9 (P90 Latency: 16.2ms vs &lt;100ms SLA).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Passive Forensics: Offline binary PCAP packet parser &amp; Zeek TSV analyzer with automated host quarantine list.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b="1" sz="1800">
                <a:solidFill>
                  <a:srgbClr val="0E7490"/>
                </a:solidFill>
              </a:defRPr>
            </a:pPr>
            <a:r>
              <a:t>TECHNICAL APPROACH &amp; SYSTEM ARCHITECTURE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Tech Stack: Python 3.12, asyncio non-blocking resolver, FastAPI, LightGBM/ONNX Runtime, React 18, Vite 5, Tailwind CSS, WebSockets streaming telemetry.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Tier 1: In-Memory LRU Cache &amp; Whitelist -&gt; Pre-seeded sovereign mappings (isro.gov.in, drdo.gov.in, nic.in), O(1) retrieval (&lt;0.1ms).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Tier 2: STIX 2.1 / TAXII 2.1 Threat Intel -&gt; Continuous ingestion into 10M-bit Bloom filter array (0.02ms lookup, p &lt; 0.001 false-positive bound).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Tier 3: AI DGA Botnet Classifier -&gt; 15-feature extractor (entropy, bigram divergence, Kolmogorov complexity, vowel ratios) -&gt; 1.08ms inference.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Tier 4: Statistical Shannon Entropy Shield -&gt; Detects high-entropy Base64/Hex exfiltration chunks &amp; 30s query bursts.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Clean Upstream Forwarding: Zero-leakage multi-pool asynchronous recursive resolution to root/quad9 (P90 Latency: 16.2ms vs &lt;100ms SLA).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Passive Forensics: Offline binary PCAP packet parser &amp; Zeek TSV analyzer with automated host quarantine list.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b="1" sz="1800">
                <a:solidFill>
                  <a:srgbClr val="0E7490"/>
                </a:solidFill>
              </a:defRPr>
            </a:pPr>
            <a:r>
              <a:t>FEASIBILITY, VIABILITY &amp; RISK MITIGATION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Empirical Feasibility &amp; SLA Proof: Ministry requires &lt;100ms latency. VajraDNS operates at 16.2ms P90 (up to 6x faster), easily supporting &gt;12,000 QPS per node.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100% Pure Software Architecture: Runs on standard Linux bare-metal, MeghRaj government cloud, or Docker with zero proprietary hardware dependencies.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Challenge 1 (False Positives on Benign Domains): Mitigated via permanent sovereign whitelist + exact secondary dictionary check on Bloom collisions (Precision: 99.83%).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4. Challenge 2 (Memory Growth from Large Threat Feeds): Mitigated via optimal Bloom filter compressing 100,000+ threat indicators into just 1.19 MB of RAM.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5. Challenge 3 (Encrypted Protocol Evasion): Native DoH (RFC 8484) and DoT (RFC 7858) listeners terminate encrypted TLS sessions before applying 4-tier inspection.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6. Production Readiness: Complete REST API, RFC 1035 wire inspector, 1-click live attack simulator, and Docker Compose deployment verified.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800">
                <a:solidFill>
                  <a:srgbClr val="0E7490"/>
                </a:solidFill>
              </a:defRPr>
            </a:pPr>
            <a:r>
              <a:t>FEASIBILITY, VIABILITY &amp; RISK MITIGATION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Empirical Feasibility &amp; SLA Proof: Ministry requires &lt;100ms latency. VajraDNS operates at 16.2ms P90 (up to 6x faster), easily supporting &gt;12,000 QPS per node.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100% Pure Software Architecture: Runs on standard Linux bare-metal, MeghRaj government cloud, or Docker with zero proprietary hardware dependencies.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Challenge 1 (False Positives on Benign Domains): Mitigated via permanent sovereign whitelist + exact secondary dictionary check on Bloom collisions (Precision: 99.83%).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4. Challenge 2 (Memory Growth from Large Threat Feeds): Mitigated via optimal Bloom filter compressing 100,000+ threat indicators into just 1.19 MB of RAM.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5. Challenge 3 (Encrypted Protocol Evasion): Native DoH (RFC 8484) and DoT (RFC 7858) listeners terminate encrypted TLS sessions before applying 4-tier inspection.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6. Production Readiness: Complete REST API, RFC 1035 wire inspector, 1-click live attack simulator, and Docker Compose deployment verified.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b="1" sz="1800">
                <a:solidFill>
                  <a:srgbClr val="0E7490"/>
                </a:solidFill>
              </a:defRPr>
            </a:pPr>
            <a:r>
              <a:t>IMPACT, STRATEGIC BENEFITS &amp; VALUE PROPOSITION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Protection of Sovereign Space Assets: Prevents satellite launch telemetry, orbit trajectories, and command encryption keys from exfiltration over Port 53.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National Defense &amp; Ground Station Security: Hardens ISRO telemetry ground stations (ISTRAC, URSC, VSSC), DRDO defense enclaves, and NIC government networks.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Economic Value (Zero Hardware Cost): 100% software-based solution eliminates the need for expensive proprietary firewall hardware appliances (saving crores).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Strategic Data Sovereignty (Atmanirbhar Bharat): Eliminates reliance on foreign commercial resolvers (Cloudflare/Cisco Umbrella), retaining 100% of telemetry in India.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Rapid Incident Containment: SOC dashboard and passive PCAP forensics identify infected internal workstations in seconds, isolating compromised hosts with 1 click.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800">
                <a:solidFill>
                  <a:srgbClr val="0E7490"/>
                </a:solidFill>
              </a:defRPr>
            </a:pPr>
            <a:r>
              <a:t>IMPACT, STRATEGIC BENEFITS &amp; VALUE PROPOSITION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Protection of Sovereign Space Assets: Prevents satellite launch telemetry, orbit trajectories, and command encryption keys from exfiltration over Port 53.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National Defense &amp; Ground Station Security: Hardens ISRO telemetry ground stations (ISTRAC, URSC, VSSC), DRDO defense enclaves, and NIC government networks.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Economic Value (Zero Hardware Cost): 100% software-based solution eliminates the need for expensive proprietary firewall hardware appliances (saving crores).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Strategic Data Sovereignty (Atmanirbhar Bharat): Eliminates reliance on foreign commercial resolvers (Cloudflare/Cisco Umbrella), retaining 100% of telemetry in India.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Rapid Incident Containment: SOC dashboard and passive PCAP forensics identify infected internal workstations in seconds, isolating compromised hosts with 1 click.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b="1" sz="1800">
                <a:solidFill>
                  <a:srgbClr val="0E7490"/>
                </a:solidFill>
              </a:defRPr>
            </a:pPr>
            <a:r>
              <a:t>RESEARCH, STANDARDS &amp; REFERENCES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RFC Standards: RFC 1035 (Domain Names Implementation), RFC 8484 (DNS over HTTPS), RFC 7858 (DNS over TLS).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Information Theory &amp; AI Research: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Shannon, C. E. (1948). 'A Mathematical Theory of Communication'. Bell System Technical Journal.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Ke, G. et al. (Microsoft Research, 2017). 'LightGBM: A Highly Efficient Gradient Boosting Decision Tree'.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Bloom, B. H. (1970). 'Space/Time Trade-offs in Hash Coding with Allowable Errors'. Communications of the ACM.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3. Threat Intelligence Standards &amp; Datasets: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OASIS Cyber Threat Intelligence (CTI): STIX v2.1 and TAXII v2.1 Specifications.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Abuse.ch ThreatFox, AlienVault OTX, and CERT-In Threat Feeds.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Tranco List: A Research-Oriented Top 1M Sites Ranking Hardened Against Manipulation.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4. Open Source Implementation &amp; Working Prototype: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GitHub Repository: https://github.com/Rajtiwari0202/VajraDNS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800">
                <a:solidFill>
                  <a:srgbClr val="0E7490"/>
                </a:solidFill>
              </a:defRPr>
            </a:pPr>
            <a:r>
              <a:t>RESEARCH, STANDARDS &amp;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RFC Standards: RFC 1035 (Domain Names Implementation), RFC 8484 (DNS over HTTPS), RFC 7858 (DNS over TLS).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Information Theory &amp; AI Research: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Shannon, C. E. (1948). 'A Mathematical Theory of Communication'. Bell System Technical Journal.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Ke, G. et al. (Microsoft Research, 2017). 'LightGBM: A Highly Efficient Gradient Boosting Decision Tree'.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Bloom, B. H. (1970). 'Space/Time Trade-offs in Hash Coding with Allowable Errors'. Communications of the ACM.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3. Threat Intelligence Standards &amp; Datasets: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OASIS Cyber Threat Intelligence (CTI): STIX v2.1 and TAXII v2.1 Specifications.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Abuse.ch ThreatFox, AlienVault OTX, and CERT-In Threat Feeds.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Tranco List: A Research-Oriented Top 1M Sites Ranking Hardened Against Manipulation.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4. Open Source Implementation &amp; Working Prototype: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GitHub Repository: https://github.com/Rajtiwari0202/VajraDNS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